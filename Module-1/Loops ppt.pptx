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11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00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31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22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65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48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5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74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32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102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8017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491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53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221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757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95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A5BB1-D636-42DA-B537-D780B5FFBB8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6184E-64DD-496B-98FA-2A5389FEB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334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DF08-94B8-8886-E6DC-CB7A0C09D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Loops in Python</a:t>
            </a:r>
          </a:p>
        </p:txBody>
      </p:sp>
    </p:spTree>
    <p:extLst>
      <p:ext uri="{BB962C8B-B14F-4D97-AF65-F5344CB8AC3E}">
        <p14:creationId xmlns:p14="http://schemas.microsoft.com/office/powerpoint/2010/main" val="368018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1121-5A65-39E0-9F85-7A4C0A32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99F6-B144-44BD-2CB0-0034F6C33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 are used to execute a block of code multiple times.</a:t>
            </a:r>
          </a:p>
          <a:p>
            <a:r>
              <a:rPr lang="en-US" dirty="0"/>
              <a:t>They help reduce redundancy and make code efficient.</a:t>
            </a:r>
          </a:p>
          <a:p>
            <a:r>
              <a:rPr lang="en-US" dirty="0"/>
              <a:t>Python mainly has two types of loops: for and while.</a:t>
            </a:r>
          </a:p>
          <a:p>
            <a:r>
              <a:rPr lang="en-US" dirty="0"/>
              <a:t>The loop continues to run until a specific condition becomes false.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91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6D73-00A8-810C-0EC0-46A22B2F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Loops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78186-F81F-7252-B5AA-F275D40F8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for loop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while loop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Nested loops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Loop control statements (break, continue, pass)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84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A251-54E0-151C-D98C-1608287E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6C01-8D28-F2C1-D664-808EB154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loop </a:t>
            </a:r>
            <a:r>
              <a:rPr lang="en-US" dirty="0"/>
              <a:t>in Python is used to </a:t>
            </a:r>
            <a:r>
              <a:rPr lang="en-US" b="1" dirty="0"/>
              <a:t>iterate over a sequence</a:t>
            </a:r>
            <a:r>
              <a:rPr lang="en-US" dirty="0"/>
              <a:t> (like a list, string, tuple, or range) and execute a block of code for each element</a:t>
            </a:r>
          </a:p>
          <a:p>
            <a:r>
              <a:rPr lang="en-US" dirty="0"/>
              <a:t>It automatically takes one item from the sequence at a time and runs the loop body until all items are covered.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   for i in range(5): </a:t>
            </a:r>
          </a:p>
          <a:p>
            <a:pPr marL="0" indent="0">
              <a:buNone/>
            </a:pPr>
            <a:r>
              <a:rPr lang="en-IN" dirty="0"/>
              <a:t>    print(i)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989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7B35-3BBC-D93C-53F4-35C7335D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C2521-EDB3-27EF-67BE-CF24D405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/>
              <a:t>A while loop in Python is used to </a:t>
            </a:r>
            <a:r>
              <a:rPr lang="en-US" sz="2200" b="1" dirty="0"/>
              <a:t>execute </a:t>
            </a:r>
            <a:r>
              <a:rPr lang="en-US" sz="2200" dirty="0"/>
              <a:t>a block of code repeatedly as long as a specified </a:t>
            </a:r>
            <a:r>
              <a:rPr lang="en-US" sz="2200" b="1" dirty="0"/>
              <a:t>condition remains </a:t>
            </a:r>
            <a:r>
              <a:rPr lang="en-US" sz="2200" dirty="0"/>
              <a:t>true.</a:t>
            </a:r>
          </a:p>
          <a:p>
            <a:r>
              <a:rPr lang="en-US" sz="2200" dirty="0"/>
              <a:t>Before each iteration, Python checks the condition  if it’s True, the loop runs; if it’s False, the loop stops.</a:t>
            </a:r>
          </a:p>
          <a:p>
            <a:r>
              <a:rPr lang="en-IN" sz="2200" dirty="0"/>
              <a:t>Example:</a:t>
            </a:r>
          </a:p>
          <a:p>
            <a:pPr marL="0" indent="0">
              <a:buNone/>
            </a:pPr>
            <a:r>
              <a:rPr lang="en-IN" sz="2200" dirty="0"/>
              <a:t> </a:t>
            </a:r>
            <a:r>
              <a:rPr lang="nn-NO" sz="2200" dirty="0"/>
              <a:t>i = 1</a:t>
            </a:r>
          </a:p>
          <a:p>
            <a:pPr marL="0" indent="0">
              <a:buNone/>
            </a:pPr>
            <a:r>
              <a:rPr lang="nn-NO" sz="2200" dirty="0"/>
              <a:t>while i &lt;= 5:</a:t>
            </a:r>
          </a:p>
          <a:p>
            <a:pPr marL="0" indent="0">
              <a:buNone/>
            </a:pPr>
            <a:r>
              <a:rPr lang="nn-NO" sz="2200" dirty="0"/>
              <a:t>   print(i)</a:t>
            </a:r>
          </a:p>
          <a:p>
            <a:pPr marL="0" indent="0">
              <a:buNone/>
            </a:pPr>
            <a:r>
              <a:rPr lang="nn-NO" sz="2200" dirty="0"/>
              <a:t>   i += 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24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AA8E-1A73-481E-64CE-27A42970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B04A-8F11-3211-E9CD-6CD36F0F4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nested loop means a loop inside another loop  the inner loop runs completely every time the outer loop runs once.</a:t>
            </a:r>
          </a:p>
          <a:p>
            <a:r>
              <a:rPr lang="en-US" dirty="0"/>
              <a:t>The outer loop controls the number of times the inner loop executes.</a:t>
            </a:r>
          </a:p>
          <a:p>
            <a:r>
              <a:rPr lang="en-US" dirty="0"/>
              <a:t>This is useful for working with multi-level data or printing patterns.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  for </a:t>
            </a:r>
            <a:r>
              <a:rPr lang="en-US" dirty="0" err="1"/>
              <a:t>i</a:t>
            </a:r>
            <a:r>
              <a:rPr lang="en-US" dirty="0"/>
              <a:t> in range(3):</a:t>
            </a:r>
          </a:p>
          <a:p>
            <a:pPr marL="0" indent="0">
              <a:buNone/>
            </a:pPr>
            <a:r>
              <a:rPr lang="en-US" dirty="0"/>
              <a:t>    for j in range(2):</a:t>
            </a:r>
          </a:p>
          <a:p>
            <a:pPr marL="0" indent="0">
              <a:buNone/>
            </a:pPr>
            <a:r>
              <a:rPr lang="en-US" dirty="0"/>
              <a:t>        print(i, j)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1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6B68-C66B-0FB3-F8A3-3D9A4A4F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ABC8-7C1D-350B-5218-19CD7D94A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/>
              <a:t>The break statement is used to exit a loop immediately, even if the loop’s condition hasn’t become false yet.</a:t>
            </a:r>
          </a:p>
          <a:p>
            <a:r>
              <a:rPr lang="en-US" sz="2200" dirty="0"/>
              <a:t>When Python encounters a break, it stops the current loop and moves to the next</a:t>
            </a:r>
            <a:r>
              <a:rPr lang="en-US" sz="2200" b="1" dirty="0"/>
              <a:t> </a:t>
            </a:r>
            <a:r>
              <a:rPr lang="en-US" sz="2200" dirty="0"/>
              <a:t>statement after the loop.</a:t>
            </a:r>
          </a:p>
          <a:p>
            <a:r>
              <a:rPr lang="en-IN" sz="2200" dirty="0"/>
              <a:t>Example:</a:t>
            </a:r>
          </a:p>
          <a:p>
            <a:pPr marL="0" indent="0">
              <a:buNone/>
            </a:pPr>
            <a:r>
              <a:rPr lang="en-US" sz="2200" dirty="0"/>
              <a:t>for i in range(5):</a:t>
            </a:r>
          </a:p>
          <a:p>
            <a:pPr marL="0" indent="0">
              <a:buNone/>
            </a:pPr>
            <a:r>
              <a:rPr lang="en-US" sz="2200" dirty="0"/>
              <a:t>    if i == 3:</a:t>
            </a:r>
          </a:p>
          <a:p>
            <a:pPr marL="0" indent="0">
              <a:buNone/>
            </a:pPr>
            <a:r>
              <a:rPr lang="en-US" sz="2200" dirty="0"/>
              <a:t>        break</a:t>
            </a:r>
          </a:p>
          <a:p>
            <a:pPr marL="0" indent="0">
              <a:buNone/>
            </a:pPr>
            <a:r>
              <a:rPr lang="en-US" sz="2200" dirty="0"/>
              <a:t>    print(i)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06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578C-B7AD-49FB-7A61-179D01BF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9E8D-B7EB-4589-AC6A-289B37BB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200" dirty="0"/>
              <a:t>The continue statement is used to skip the current iteration of a loop and move to the next iteration immediately.</a:t>
            </a:r>
          </a:p>
          <a:p>
            <a:r>
              <a:rPr lang="en-US" sz="2200" dirty="0"/>
              <a:t>When Python encounters a continue, it jumps back to the loop condition (in a while loop) or the next item (in a for loop) without executing the remaining code in that iteration.</a:t>
            </a:r>
          </a:p>
          <a:p>
            <a:r>
              <a:rPr lang="en-IN" sz="2200" dirty="0"/>
              <a:t>Example:</a:t>
            </a:r>
          </a:p>
          <a:p>
            <a:pPr marL="0" indent="0">
              <a:buNone/>
            </a:pPr>
            <a:r>
              <a:rPr lang="en-US" sz="2200" dirty="0"/>
              <a:t>for i in range(5):</a:t>
            </a:r>
          </a:p>
          <a:p>
            <a:pPr marL="0" indent="0">
              <a:buNone/>
            </a:pPr>
            <a:r>
              <a:rPr lang="en-US" sz="2200" dirty="0"/>
              <a:t>    if i == 2:</a:t>
            </a:r>
          </a:p>
          <a:p>
            <a:pPr marL="0" indent="0">
              <a:buNone/>
            </a:pPr>
            <a:r>
              <a:rPr lang="en-US" sz="2200" dirty="0"/>
              <a:t>        continue</a:t>
            </a:r>
          </a:p>
          <a:p>
            <a:pPr marL="0" indent="0">
              <a:buNone/>
            </a:pPr>
            <a:r>
              <a:rPr lang="en-US" sz="2200" dirty="0"/>
              <a:t>    print(i)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239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1C01-09FA-E2A9-FEB0-0AA07CA0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E187-920E-D336-F81D-70E497FE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pass statement is a null operation  it does nothing when executed. It’s used as a placeholder in code blocks.</a:t>
            </a:r>
          </a:p>
          <a:p>
            <a:r>
              <a:rPr lang="en-US" dirty="0"/>
              <a:t>It allows you to write empty loops, functions, or classes without causing a syntax error. Useful when you plan to add code later.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marL="0" indent="0">
              <a:buNone/>
            </a:pPr>
            <a:r>
              <a:rPr lang="en-US" dirty="0"/>
              <a:t>    pass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20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2EA2-1B4A-5EB2-AD98-E48FAB5B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9FAA-E5B8-CAF6-9AA8-12330A8E3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 help automate repetitive tasks.</a:t>
            </a:r>
          </a:p>
          <a:p>
            <a:r>
              <a:rPr lang="en-US" dirty="0"/>
              <a:t>Understand the difference between for and while loops.</a:t>
            </a:r>
          </a:p>
          <a:p>
            <a:r>
              <a:rPr lang="en-US" dirty="0"/>
              <a:t>Loop control statements improve flexibility.</a:t>
            </a:r>
          </a:p>
          <a:p>
            <a:r>
              <a:rPr lang="en-US" dirty="0"/>
              <a:t>Practice writing nested and controlled loops.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47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7AFA-9D6A-45EC-F9C2-81FEE618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54964"/>
            <a:ext cx="10353761" cy="213691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963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69</TotalTime>
  <Words>529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Loops in Python</vt:lpstr>
      <vt:lpstr>Introduction to Loops</vt:lpstr>
      <vt:lpstr>Types of Loops in Python</vt:lpstr>
      <vt:lpstr>For Loop</vt:lpstr>
      <vt:lpstr>While Loop</vt:lpstr>
      <vt:lpstr>Nested Loops</vt:lpstr>
      <vt:lpstr>Break Statement</vt:lpstr>
      <vt:lpstr>Continue Statement</vt:lpstr>
      <vt:lpstr>Pass Statement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kadiya</dc:creator>
  <cp:lastModifiedBy>deven rudani</cp:lastModifiedBy>
  <cp:revision>2</cp:revision>
  <dcterms:created xsi:type="dcterms:W3CDTF">2025-11-05T09:29:14Z</dcterms:created>
  <dcterms:modified xsi:type="dcterms:W3CDTF">2026-04-09T05:28:21Z</dcterms:modified>
</cp:coreProperties>
</file>